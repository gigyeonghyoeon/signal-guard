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9BB4"/>
    <a:srgbClr val="697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WEEK 7  ·  WEEKLY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7주차 주간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처리를 수신 데이터와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신호기 상태로 나눴습니다.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0916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조찬희  ·  기경현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웹 프레임워크 (조규철 교수님)  ·  2026.10.12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1371600"/>
            <a:ext cx="13716" cy="4023360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210312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Signal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2062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WEEK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이번주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2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1155680" cy="4114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508760"/>
            <a:ext cx="2926079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적은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150876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내용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93392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993392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오류 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993392"/>
            <a:ext cx="7726679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신호 데이터에서 일어날 수 있는 상황을 ID로 나누어 적음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80944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980944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처리 두 갈래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980944"/>
            <a:ext cx="7726679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수신 데이터 처리와 신호기 상태 처리로 나누어 적음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68496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968496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계획 데이터 수집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968496"/>
            <a:ext cx="7726679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계획 데이터를 로컬 데이터베이스에 저장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WEEK 5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5주차 변경사항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3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38404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417320"/>
            <a:ext cx="2926079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1417320"/>
            <a:ext cx="786384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내용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11155680" cy="117043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3108960" cy="11704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실시간 신호 데이터에서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임의의 데이터로 바꾼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874519"/>
            <a:ext cx="7543799" cy="11704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실시간 API는 전국 데이터로 보이지만 빈 항목이 많습니다. 목표 지역의 실측으로 계획과 대조하기 어렵습니다.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36391"/>
            <a:ext cx="11155680" cy="117043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136391"/>
            <a:ext cx="3108960" cy="11704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5주차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136391"/>
            <a:ext cx="7543799" cy="11704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임의의 오류 데이터를 생성해 대시보드에 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98263"/>
            <a:ext cx="11155680" cy="117043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398263"/>
            <a:ext cx="3108960" cy="11704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임의의 데이터를 넣는 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98263"/>
            <a:ext cx="7543799" cy="11704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정상 신호를 먼저 두고, 그 위에 정한 오류를 넣습니다.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어떤 상황을 넣었는지는 ID로 남깁니다.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ERROR 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오류 발생 상황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4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29844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1298448"/>
            <a:ext cx="4937759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이런 상황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129844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주로 닫는 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11155680" cy="62179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1719072"/>
            <a:ext cx="21762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A  수집·수신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1719072"/>
            <a:ext cx="49194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타임아웃, 빈 응답, 중복 수신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1719072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수신 데이터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77440"/>
            <a:ext cx="11155680" cy="62179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2377440"/>
            <a:ext cx="21762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B  값·형식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2377440"/>
            <a:ext cx="49194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별칭, 결측, 단위가 섞임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2377440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수신 데이터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35808"/>
            <a:ext cx="11155680" cy="62179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" y="3035808"/>
            <a:ext cx="21762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C  시계열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6664" y="3035808"/>
            <a:ext cx="49194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잔여 급증·급감, 같은 값 반복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3035808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반복이면 신호기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94176"/>
            <a:ext cx="11155680" cy="62179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" y="3694176"/>
            <a:ext cx="21762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D  현시 논리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26664" y="3694176"/>
            <a:ext cx="49194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황색 생략, 교차 방향 동시 녹색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3694176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신호기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352544"/>
            <a:ext cx="11155680" cy="62179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" y="4352544"/>
            <a:ext cx="21762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E  계획 대조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6664" y="4352544"/>
            <a:ext cx="49194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계획 불일치, 교차로 매핑 오류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7304" y="4352544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원인을 가른 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010912"/>
            <a:ext cx="11155680" cy="62179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" y="5010912"/>
            <a:ext cx="21762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F  통제·운영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26664" y="5010912"/>
            <a:ext cx="49194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같은 보정 반복, 권한 없는 수정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7304" y="5010912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수신 데이터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669280"/>
            <a:ext cx="11155680" cy="62179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" y="5669280"/>
            <a:ext cx="21762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G  연쇄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26664" y="5669280"/>
            <a:ext cx="491947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여러 교차로가 같은 시각에 이상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7304" y="5669280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상태가 확인되면 신호기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TABLE ROW  ·  S-D02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i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문서 작성 방법</a:t>
            </a:r>
            <a:endParaRPr lang="en-US" altLang="ko-KR" sz="3200" b="1" i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3200" b="1" i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5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11155680" cy="38404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35331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9112" y="1353312"/>
            <a:ext cx="2834639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6632" y="135331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1353312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수신 데이터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1353312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신호기 상태 처리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810512"/>
            <a:ext cx="11155680" cy="15544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1810512"/>
            <a:ext cx="1170432" cy="1554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S-D02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0824" y="1810512"/>
            <a:ext cx="2816351" cy="1554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북쪽과</a:t>
            </a:r>
            <a:r>
              <a:rPr sz="1500" b="0" i="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동쪽</a:t>
            </a:r>
            <a:r>
              <a:rPr sz="1500" b="0" i="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직진이</a:t>
            </a:r>
            <a:endParaRPr sz="1500" b="0" i="0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동시에</a:t>
            </a:r>
            <a:r>
              <a:rPr sz="1500" b="0" i="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녹색</a:t>
            </a:r>
            <a:endParaRPr sz="1500" b="0" i="0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38344" y="1810512"/>
            <a:ext cx="1444752" cy="1554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R06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4264" y="1810512"/>
            <a:ext cx="2359151" cy="1554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두 방향 제공 중지.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계획 녹색은 넣지 않음.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3주기 일치 후 복귀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584" y="1810512"/>
            <a:ext cx="2359151" cy="1554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현시 복귀.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한쪽만 끄지 않음.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불일치가 남으면 실패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66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각 열의 의미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2336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023360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CD34D"/>
                </a:solidFill>
                <a:latin typeface="Malgun Gothic"/>
                <a:ea typeface="Malgun Gothic"/>
                <a:cs typeface="Malgun Gothic"/>
              </a:rPr>
              <a:t>수신 데이터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02336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제공값을 고치거나, 고칠 수 없으면 그 값을 내보내지 않는 일입니다.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488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CD34D"/>
                </a:solidFill>
                <a:latin typeface="Malgun Gothic"/>
                <a:ea typeface="Malgun Gothic"/>
                <a:cs typeface="Malgun Gothic"/>
              </a:rPr>
              <a:t>신호기 상태 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75488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점등, 잔여, 운영 모드, 주기 시작을 계획에 맞추는 명령입니다.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8640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486400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CD34D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48640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재생기에 오류를 넣고, 명령 뒤 다음 주기 점등이 바뀌는지 확인합니다.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EXAMPLE  ·  S-D02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오류 상황 예시</a:t>
            </a:r>
            <a:endParaRPr sz="3200" b="1" i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6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97024"/>
            <a:ext cx="4709160" cy="100584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61032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98776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lnSpc>
                <a:spcPts val="1600"/>
              </a:lnSpc>
              <a:spcAft>
                <a:spcPts val="0"/>
              </a:spcAft>
            </a:pPr>
            <a:r>
              <a:rPr sz="13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북쪽 직진과 동쪽 직진이</a:t>
            </a:r>
          </a:p>
          <a:p>
            <a:pPr algn="l">
              <a:spcBef>
                <a:spcPts val="0"/>
              </a:spcBef>
              <a:lnSpc>
                <a:spcPts val="1600"/>
              </a:lnSpc>
              <a:spcAft>
                <a:spcPts val="0"/>
              </a:spcAft>
            </a:pPr>
            <a:r>
              <a:rPr sz="13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동시에 녹색입니다.</a:t>
            </a:r>
          </a:p>
          <a:p>
            <a:pPr algn="l">
              <a:spcBef>
                <a:spcPts val="0"/>
              </a:spcBef>
              <a:lnSpc>
                <a:spcPts val="1600"/>
              </a:lnSpc>
              <a:spcAft>
                <a:spcPts val="0"/>
              </a:spcAft>
            </a:pPr>
            <a:r>
              <a:rPr sz="13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가운데에서 진행이 겹칩니다.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53156"/>
            <a:ext cx="4709160" cy="100584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217164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454908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lnSpc>
                <a:spcPts val="1600"/>
              </a:lnSpc>
              <a:spcAft>
                <a:spcPts val="0"/>
              </a:spcAft>
            </a:pPr>
            <a:r>
              <a:rPr sz="13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R06 CRITICAL.</a:t>
            </a:r>
          </a:p>
          <a:p>
            <a:pPr algn="l">
              <a:spcBef>
                <a:spcPts val="0"/>
              </a:spcBef>
              <a:lnSpc>
                <a:spcPts val="1600"/>
              </a:lnSpc>
              <a:spcAft>
                <a:spcPts val="0"/>
              </a:spcAft>
            </a:pPr>
            <a:r>
              <a:rPr sz="13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한 번 관측되면</a:t>
            </a:r>
          </a:p>
          <a:p>
            <a:pPr algn="l">
              <a:spcBef>
                <a:spcPts val="0"/>
              </a:spcBef>
              <a:lnSpc>
                <a:spcPts val="1600"/>
              </a:lnSpc>
              <a:spcAft>
                <a:spcPts val="0"/>
              </a:spcAft>
            </a:pPr>
            <a:r>
              <a:rPr sz="13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바로 이슈로 올립니다.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09288"/>
            <a:ext cx="4709160" cy="100584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273296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수신 데이터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51104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lnSpc>
                <a:spcPts val="1600"/>
              </a:lnSpc>
              <a:spcAft>
                <a:spcPts val="0"/>
              </a:spcAft>
            </a:pPr>
            <a:r>
              <a:rPr sz="13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두 방향 제공을 중지합니다.</a:t>
            </a:r>
          </a:p>
          <a:p>
            <a:pPr algn="l">
              <a:spcBef>
                <a:spcPts val="0"/>
              </a:spcBef>
              <a:lnSpc>
                <a:spcPts val="1600"/>
              </a:lnSpc>
              <a:spcAft>
                <a:spcPts val="0"/>
              </a:spcAft>
            </a:pPr>
            <a:r>
              <a:rPr sz="13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계획 녹색은 넣지 않습니다.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65420"/>
            <a:ext cx="4709160" cy="100584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5329428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신호기 상태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567172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lnSpc>
                <a:spcPts val="1600"/>
              </a:lnSpc>
              <a:spcAft>
                <a:spcPts val="0"/>
              </a:spcAft>
            </a:pPr>
            <a:r>
              <a:rPr sz="13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계획이 있으면 현시 복귀.</a:t>
            </a:r>
          </a:p>
          <a:p>
            <a:pPr algn="l">
              <a:spcBef>
                <a:spcPts val="0"/>
              </a:spcBef>
              <a:lnSpc>
                <a:spcPts val="1600"/>
              </a:lnSpc>
              <a:spcAft>
                <a:spcPts val="0"/>
              </a:spcAft>
            </a:pPr>
            <a:r>
              <a:rPr sz="13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재생기가 다음 주기 점등을 바꿉니다.</a:t>
            </a:r>
          </a:p>
        </p:txBody>
      </p:sp>
      <p:pic>
        <p:nvPicPr>
          <p:cNvPr id="19" name="Picture 18" descr="_w7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97024"/>
            <a:ext cx="6172200" cy="4174236"/>
          </a:xfrm>
          <a:prstGeom prst="rect">
            <a:avLst/>
          </a:prstGeom>
        </p:spPr>
      </p:pic>
      <p:sp>
        <p:nvSpPr>
          <p:cNvPr id="20" name="현시 설명"/>
          <p:cNvSpPr/>
          <p:nvPr/>
        </p:nvSpPr>
        <p:spPr>
          <a:xfrm>
            <a:off x="502920" y="1170432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1225296"/>
            <a:ext cx="523036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현시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1444752"/>
            <a:ext cx="5230368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같은 시각에 통행권이 주어지는 신호의 한 단계입니다.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북쪽 직진과 동쪽 직진은 서로 다른 현시입니다.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225296"/>
            <a:ext cx="523036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현시 복귀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44752"/>
            <a:ext cx="5230368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그 시각의 계획된 현시로 점등을 되돌리는 일입니다.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RECEIVED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자동 보정 가능 상황</a:t>
            </a:r>
            <a:endParaRPr sz="3200" b="1" i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7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11155680" cy="38404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353312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5192" y="1353312"/>
            <a:ext cx="667512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수신 데이터 처리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10512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" y="1810512"/>
            <a:ext cx="4096512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점등상태가 G,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6904" y="1810512"/>
            <a:ext cx="6656832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제공값만 표준 코드로 바꿉니다. 원본은 유지하고 로그만 남깁니다.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88336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2688336"/>
            <a:ext cx="4096512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같은 내용이 두 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2688336"/>
            <a:ext cx="6656832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원본은 두고 제공값만 하나로 둡니다.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" y="3566160"/>
            <a:ext cx="4096512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잔여가 계획 길이를 조금 넘음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904" y="3566160"/>
            <a:ext cx="6656832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조금 넘으면 제공값만 상한으로 맞춥니다. 많이 넘으면 제공하지 않습니다.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43984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" y="4443984"/>
            <a:ext cx="4096512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한 주기만 잔여가 비어 있음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4443984"/>
            <a:ext cx="6656832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직전과 계획이 같으면 1초만 채웁니다. 연속이면 이슈로 올립니다.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21808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" y="5321808"/>
            <a:ext cx="4096512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사전에 없는 코드, 단위 불명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46904" y="5321808"/>
            <a:ext cx="6656832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그 방향 제공을 잠시 막습니다. 신호기 명령은 만들지 않습니다.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SIGNAL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자동 보정 불가 상황</a:t>
            </a:r>
            <a:endParaRPr sz="3200" b="1" i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8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29844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298448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수신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2" y="129844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신호기 상태 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3736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1737360"/>
            <a:ext cx="3639312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교차 방향이 동시에 녹색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1737360"/>
            <a:ext cx="3273551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두 방향 제공 중지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4424" y="1737360"/>
            <a:ext cx="3639312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즉시 현시 복귀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50592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2450592"/>
            <a:ext cx="3639312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같은 잔여가 다섯 번 반복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450592"/>
            <a:ext cx="3273551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확인 중으로 표시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4424" y="2450592"/>
            <a:ext cx="3639312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잔여 재동기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63824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" y="3163824"/>
            <a:ext cx="3639312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전방향 소등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3163824"/>
            <a:ext cx="3273551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그 교차로 제공 차단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4424" y="3163824"/>
            <a:ext cx="3639312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운영 모드 복귀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77056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" y="3877056"/>
            <a:ext cx="3639312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사이클이 계속 길어짐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4" y="3877056"/>
            <a:ext cx="3273551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경고로 남김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4424" y="3877056"/>
            <a:ext cx="3639312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주기 재동기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90288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" y="4590288"/>
            <a:ext cx="3639312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이 교차로만 계획과 계속 다름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4590288"/>
            <a:ext cx="3273551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틀린 값은 제공하지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4424" y="4590288"/>
            <a:ext cx="3639312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신호기 원인이면 현시 복귀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3492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09728" bIns="36576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CD34D"/>
                </a:solidFill>
                <a:latin typeface="Malgun Gothic"/>
                <a:ea typeface="Malgun Gothic"/>
                <a:cs typeface="Malgun Gothic"/>
              </a:rPr>
              <a:t>명령을 내지 않는 경우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형식이 깨진 값, 수신 공백, 계획 없음, 매핑·계획 오류, 긴급 우선 구간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NEXT  · 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다음 주 할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9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169164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54864" rIns="109728" bIns="36576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중간보고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처리 두 갈래를 포함해 중간보고서를 작성합니다.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11880"/>
            <a:ext cx="11155680" cy="169164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54864" rIns="109728" bIns="36576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재생기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복구 명령을 받으면 다음 주기 점등을 바꾸는 재생기를 준비합니다.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질의응답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조찬희  ·  기경현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1371600"/>
            <a:ext cx="13716" cy="4023360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0" y="210312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Signal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662</Words>
  <Application>Microsoft Office PowerPoint</Application>
  <PresentationFormat>와이드스크린</PresentationFormat>
  <Paragraphs>161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Guard 7주차 주간 보고 수정</dc:title>
  <dc:subject/>
  <dc:creator>조찬희, 기경현</dc:creator>
  <cp:keywords/>
  <dc:description>generated using python-pptx</dc:description>
  <cp:lastModifiedBy>경현 기</cp:lastModifiedBy>
  <cp:revision>5</cp:revision>
  <dcterms:created xsi:type="dcterms:W3CDTF">2013-01-27T09:14:16Z</dcterms:created>
  <dcterms:modified xsi:type="dcterms:W3CDTF">2026-10-12T01:42:08Z</dcterms:modified>
  <cp:category/>
</cp:coreProperties>
</file>